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1020"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19/05/2015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170985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19/05/2015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4155460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3FD8A0D2-0E40-42EF-9892-428081B7FEEE}" type="datetimeFigureOut">
              <a:rPr lang="es-MX" smtClean="0"/>
              <a:t>19/05/2015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804079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3FD8A0D2-0E40-42EF-9892-428081B7FEEE}" type="datetimeFigureOut">
              <a:rPr lang="es-MX" smtClean="0"/>
              <a:t>19/05/2015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4286261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3FD8A0D2-0E40-42EF-9892-428081B7FEEE}" type="datetimeFigureOut">
              <a:rPr lang="es-MX" smtClean="0"/>
              <a:t>19/05/2015</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681764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3FD8A0D2-0E40-42EF-9892-428081B7FEEE}" type="datetimeFigureOut">
              <a:rPr lang="es-MX" smtClean="0"/>
              <a:t>19/05/2015</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817959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FD8A0D2-0E40-42EF-9892-428081B7FEEE}" type="datetimeFigureOut">
              <a:rPr lang="es-MX" smtClean="0"/>
              <a:t>19/05/2015</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3722061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3FD8A0D2-0E40-42EF-9892-428081B7FEEE}" type="datetimeFigureOut">
              <a:rPr lang="es-MX" smtClean="0"/>
              <a:t>19/05/2015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2638688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3FD8A0D2-0E40-42EF-9892-428081B7FEEE}" type="datetimeFigureOut">
              <a:rPr lang="es-MX" smtClean="0"/>
              <a:t>19/05/2015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2816738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19/05/2015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434404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D8A0D2-0E40-42EF-9892-428081B7FEEE}" type="datetimeFigureOut">
              <a:rPr lang="es-MX" smtClean="0"/>
              <a:t>19/05/2015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16A7D2B6-C4FD-4DFE-AFBA-0519F17EE441}" type="slidenum">
              <a:rPr lang="es-MX" smtClean="0"/>
              <a:t>‹Nº›</a:t>
            </a:fld>
            <a:endParaRPr lang="es-MX"/>
          </a:p>
        </p:txBody>
      </p:sp>
    </p:spTree>
    <p:extLst>
      <p:ext uri="{BB962C8B-B14F-4D97-AF65-F5344CB8AC3E}">
        <p14:creationId xmlns:p14="http://schemas.microsoft.com/office/powerpoint/2010/main" val="1141444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8A0D2-0E40-42EF-9892-428081B7FEEE}" type="datetimeFigureOut">
              <a:rPr lang="es-MX" smtClean="0"/>
              <a:t>19/05/2015</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7D2B6-C4FD-4DFE-AFBA-0519F17EE441}" type="slidenum">
              <a:rPr lang="es-MX" smtClean="0"/>
              <a:t>‹Nº›</a:t>
            </a:fld>
            <a:endParaRPr lang="es-MX"/>
          </a:p>
        </p:txBody>
      </p:sp>
    </p:spTree>
    <p:extLst>
      <p:ext uri="{BB962C8B-B14F-4D97-AF65-F5344CB8AC3E}">
        <p14:creationId xmlns:p14="http://schemas.microsoft.com/office/powerpoint/2010/main" val="2664996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p:cNvSpPr/>
          <p:nvPr/>
        </p:nvSpPr>
        <p:spPr>
          <a:xfrm>
            <a:off x="723676" y="-651641"/>
            <a:ext cx="10297250" cy="7509641"/>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redondeado 3"/>
          <p:cNvSpPr/>
          <p:nvPr/>
        </p:nvSpPr>
        <p:spPr>
          <a:xfrm>
            <a:off x="-10743240" y="192506"/>
            <a:ext cx="10743240" cy="7302772"/>
          </a:xfrm>
          <a:prstGeom prst="roundRect">
            <a:avLst/>
          </a:prstGeom>
          <a:solidFill>
            <a:schemeClr val="tx1">
              <a:alpha val="56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p:cNvSpPr txBox="1"/>
          <p:nvPr/>
        </p:nvSpPr>
        <p:spPr>
          <a:xfrm>
            <a:off x="4502308" y="373487"/>
            <a:ext cx="6387921" cy="3693319"/>
          </a:xfrm>
          <a:prstGeom prst="rect">
            <a:avLst/>
          </a:prstGeom>
          <a:noFill/>
        </p:spPr>
        <p:txBody>
          <a:bodyPr wrap="square" rtlCol="0">
            <a:spAutoFit/>
          </a:bodyPr>
          <a:lstStyle/>
          <a:p>
            <a:pPr algn="just"/>
            <a:r>
              <a:rPr lang="es-MX" dirty="0" smtClean="0">
                <a:solidFill>
                  <a:schemeClr val="bg1"/>
                </a:solidFill>
              </a:rPr>
              <a:t>GC – Digital Marketing es una nueva empresa que te ayudara con todas las dificultades en el mundo de la creación de páginas web, con nuestra experiencia podemos crear aplicaciones basadas específicamente para que tu empresa tenga la mejor imagen y el mejor servicio hacia el mundo exterior.</a:t>
            </a:r>
          </a:p>
          <a:p>
            <a:pPr algn="just"/>
            <a:endParaRPr lang="es-MX" dirty="0" smtClean="0">
              <a:solidFill>
                <a:schemeClr val="bg1"/>
              </a:solidFill>
            </a:endParaRPr>
          </a:p>
          <a:p>
            <a:pPr algn="just"/>
            <a:r>
              <a:rPr lang="es-MX" dirty="0" smtClean="0">
                <a:solidFill>
                  <a:schemeClr val="bg1"/>
                </a:solidFill>
              </a:rPr>
              <a:t>Nuestro personal esta 100% capacitado con Ingenieros egresados de la Universidad Autónoma de Ciudad Juárez así como de la Universidad de Texas en El Paso que cuentan con títulos de 1er lugar en concursos de Ingeniería y experiencia trabajando en la página web de la UACJ como la de otras empresas que se encuentran en el área: educativa, bienes raíces, empresas en el área social y entretenimiento.</a:t>
            </a:r>
            <a:endParaRPr lang="es-MX" dirty="0">
              <a:solidFill>
                <a:schemeClr val="bg1"/>
              </a:solidFill>
            </a:endParaRPr>
          </a:p>
        </p:txBody>
      </p:sp>
      <p:sp>
        <p:nvSpPr>
          <p:cNvPr id="8" name="CuadroTexto 7"/>
          <p:cNvSpPr txBox="1"/>
          <p:nvPr/>
        </p:nvSpPr>
        <p:spPr>
          <a:xfrm>
            <a:off x="1203171" y="4066806"/>
            <a:ext cx="9687058" cy="2585323"/>
          </a:xfrm>
          <a:prstGeom prst="rect">
            <a:avLst/>
          </a:prstGeom>
          <a:noFill/>
        </p:spPr>
        <p:txBody>
          <a:bodyPr wrap="square" rtlCol="0">
            <a:spAutoFit/>
          </a:bodyPr>
          <a:lstStyle/>
          <a:p>
            <a:pPr algn="just"/>
            <a:r>
              <a:rPr lang="es-MX" dirty="0" smtClean="0">
                <a:solidFill>
                  <a:schemeClr val="bg1"/>
                </a:solidFill>
              </a:rPr>
              <a:t>Ofrecemos a nuestros clientes elegir la forma de crear su diseño ya sea con ideas innovadoras y un diseño exclusivamente para su negocio o uso personal o bien a través de platillas prediseñadas para un mayor rápido resultado. Al igual que nuestros clientes queremos que puedas ofrecer no solo tu producto y/o servicio en el área donde te encuentres sino al mundo entero, además de que te conozcan vean tu manera de trabajar, te contacten y enlaces nuevas relaciones.</a:t>
            </a:r>
          </a:p>
          <a:p>
            <a:pPr algn="just"/>
            <a:endParaRPr lang="es-MX" dirty="0" smtClean="0">
              <a:solidFill>
                <a:schemeClr val="bg1"/>
              </a:solidFill>
            </a:endParaRPr>
          </a:p>
          <a:p>
            <a:pPr algn="just"/>
            <a:r>
              <a:rPr lang="es-MX" dirty="0" smtClean="0">
                <a:solidFill>
                  <a:schemeClr val="bg1"/>
                </a:solidFill>
              </a:rPr>
              <a:t>A través de Internet ahorras costos como por ejemplo en publicidad ya que no importa la hora en que te busquen estará disponible para todas las personas con tan solo unos </a:t>
            </a:r>
            <a:r>
              <a:rPr lang="es-MX" dirty="0" err="1" smtClean="0">
                <a:solidFill>
                  <a:schemeClr val="bg1"/>
                </a:solidFill>
              </a:rPr>
              <a:t>click</a:t>
            </a:r>
            <a:r>
              <a:rPr lang="es-MX" dirty="0" smtClean="0">
                <a:solidFill>
                  <a:schemeClr val="bg1"/>
                </a:solidFill>
              </a:rPr>
              <a:t> y así lograr que puedas tener un mayor alcance en el mercado y poco a poco tu negocio vaya creciendo.</a:t>
            </a:r>
            <a:endParaRPr lang="es-MX" dirty="0">
              <a:solidFill>
                <a:schemeClr val="bg1"/>
              </a:solidFill>
            </a:endParaRPr>
          </a:p>
        </p:txBody>
      </p:sp>
      <p:grpSp>
        <p:nvGrpSpPr>
          <p:cNvPr id="11" name="Grupo 10"/>
          <p:cNvGrpSpPr/>
          <p:nvPr/>
        </p:nvGrpSpPr>
        <p:grpSpPr>
          <a:xfrm>
            <a:off x="852490" y="621250"/>
            <a:ext cx="3649818" cy="2789505"/>
            <a:chOff x="1013406" y="1374568"/>
            <a:chExt cx="4000500" cy="3057526"/>
          </a:xfrm>
          <a:effectLst>
            <a:reflection stA="30000" endPos="22000" dir="5400000" sy="-100000" algn="bl" rotWithShape="0"/>
          </a:effectLst>
        </p:grpSpPr>
        <p:sp>
          <p:nvSpPr>
            <p:cNvPr id="10" name="Rectángulo 9"/>
            <p:cNvSpPr/>
            <p:nvPr/>
          </p:nvSpPr>
          <p:spPr>
            <a:xfrm>
              <a:off x="1081825" y="1438358"/>
              <a:ext cx="3843641" cy="28877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28" name="Picture 4" descr="http://localhost/GC/imagenes/quienes_somo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406" y="1374568"/>
              <a:ext cx="4000500" cy="305752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CuadroTexto 8"/>
          <p:cNvSpPr txBox="1"/>
          <p:nvPr/>
        </p:nvSpPr>
        <p:spPr>
          <a:xfrm>
            <a:off x="3901751" y="-396726"/>
            <a:ext cx="4289898" cy="646331"/>
          </a:xfrm>
          <a:prstGeom prst="rect">
            <a:avLst/>
          </a:prstGeom>
          <a:noFill/>
        </p:spPr>
        <p:txBody>
          <a:bodyPr wrap="square" rtlCol="0">
            <a:spAutoFit/>
          </a:bodyPr>
          <a:lstStyle/>
          <a:p>
            <a:pPr algn="ctr"/>
            <a:r>
              <a:rPr lang="es-MX" sz="3600" dirty="0" smtClean="0">
                <a:solidFill>
                  <a:schemeClr val="bg1"/>
                </a:solidFill>
                <a:effectLst>
                  <a:glow rad="63500">
                    <a:schemeClr val="accent1">
                      <a:satMod val="175000"/>
                      <a:alpha val="40000"/>
                    </a:schemeClr>
                  </a:glow>
                </a:effectLst>
                <a:latin typeface="Franklin Gothic Demi Cond" panose="020B0706030402020204" pitchFamily="34" charset="0"/>
                <a:ea typeface="Adobe Gothic Std B" panose="020B0800000000000000" pitchFamily="34" charset="-128"/>
              </a:rPr>
              <a:t>¿Quiénes Somos?</a:t>
            </a:r>
            <a:endParaRPr lang="es-MX" sz="3600" dirty="0">
              <a:solidFill>
                <a:schemeClr val="bg1"/>
              </a:solidFill>
              <a:effectLst>
                <a:glow rad="63500">
                  <a:schemeClr val="accent1">
                    <a:satMod val="175000"/>
                    <a:alpha val="40000"/>
                  </a:schemeClr>
                </a:glow>
              </a:effectLst>
              <a:latin typeface="Franklin Gothic Demi Cond" panose="020B0706030402020204" pitchFamily="34" charset="0"/>
              <a:ea typeface="Adobe Gothic Std B" panose="020B0800000000000000" pitchFamily="34" charset="-128"/>
            </a:endParaRPr>
          </a:p>
        </p:txBody>
      </p:sp>
    </p:spTree>
    <p:extLst>
      <p:ext uri="{BB962C8B-B14F-4D97-AF65-F5344CB8AC3E}">
        <p14:creationId xmlns:p14="http://schemas.microsoft.com/office/powerpoint/2010/main" val="1080696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262</Words>
  <Application>Microsoft Office PowerPoint</Application>
  <PresentationFormat>Panorámica</PresentationFormat>
  <Paragraphs>7</Paragraphs>
  <Slides>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vt:i4>
      </vt:variant>
    </vt:vector>
  </HeadingPairs>
  <TitlesOfParts>
    <vt:vector size="7" baseType="lpstr">
      <vt:lpstr>Adobe Gothic Std B</vt:lpstr>
      <vt:lpstr>Arial</vt:lpstr>
      <vt:lpstr>Calibri</vt:lpstr>
      <vt:lpstr>Calibri Light</vt:lpstr>
      <vt:lpstr>Franklin Gothic Demi Cond</vt:lpstr>
      <vt:lpstr>Tema de Office</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Zamora</dc:creator>
  <cp:lastModifiedBy>Jorge Zamora</cp:lastModifiedBy>
  <cp:revision>7</cp:revision>
  <dcterms:created xsi:type="dcterms:W3CDTF">2014-12-10T00:42:04Z</dcterms:created>
  <dcterms:modified xsi:type="dcterms:W3CDTF">2015-05-19T18:05:24Z</dcterms:modified>
</cp:coreProperties>
</file>