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18" d="100"/>
          <a:sy n="118" d="100"/>
        </p:scale>
        <p:origin x="-3090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3A55-3C6B-44B0-BE26-BC413D3A1F52}" type="datetimeFigureOut">
              <a:rPr lang="es-MX" smtClean="0"/>
              <a:t>10/12/2014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572-1B9E-4A65-8139-ED39189FA0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0383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3A55-3C6B-44B0-BE26-BC413D3A1F52}" type="datetimeFigureOut">
              <a:rPr lang="es-MX" smtClean="0"/>
              <a:t>10/12/2014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572-1B9E-4A65-8139-ED39189FA0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3057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3A55-3C6B-44B0-BE26-BC413D3A1F52}" type="datetimeFigureOut">
              <a:rPr lang="es-MX" smtClean="0"/>
              <a:t>10/12/2014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572-1B9E-4A65-8139-ED39189FA0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85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3A55-3C6B-44B0-BE26-BC413D3A1F52}" type="datetimeFigureOut">
              <a:rPr lang="es-MX" smtClean="0"/>
              <a:t>10/12/2014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572-1B9E-4A65-8139-ED39189FA0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7492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3A55-3C6B-44B0-BE26-BC413D3A1F52}" type="datetimeFigureOut">
              <a:rPr lang="es-MX" smtClean="0"/>
              <a:t>10/12/2014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572-1B9E-4A65-8139-ED39189FA0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0869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3A55-3C6B-44B0-BE26-BC413D3A1F52}" type="datetimeFigureOut">
              <a:rPr lang="es-MX" smtClean="0"/>
              <a:t>10/12/2014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572-1B9E-4A65-8139-ED39189FA0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2720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3A55-3C6B-44B0-BE26-BC413D3A1F52}" type="datetimeFigureOut">
              <a:rPr lang="es-MX" smtClean="0"/>
              <a:t>10/12/2014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572-1B9E-4A65-8139-ED39189FA0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7503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3A55-3C6B-44B0-BE26-BC413D3A1F52}" type="datetimeFigureOut">
              <a:rPr lang="es-MX" smtClean="0"/>
              <a:t>10/12/2014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572-1B9E-4A65-8139-ED39189FA0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440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3A55-3C6B-44B0-BE26-BC413D3A1F52}" type="datetimeFigureOut">
              <a:rPr lang="es-MX" smtClean="0"/>
              <a:t>10/12/2014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572-1B9E-4A65-8139-ED39189FA0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855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3A55-3C6B-44B0-BE26-BC413D3A1F52}" type="datetimeFigureOut">
              <a:rPr lang="es-MX" smtClean="0"/>
              <a:t>10/12/2014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572-1B9E-4A65-8139-ED39189FA0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3240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3A55-3C6B-44B0-BE26-BC413D3A1F52}" type="datetimeFigureOut">
              <a:rPr lang="es-MX" smtClean="0"/>
              <a:t>10/12/2014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28572-1B9E-4A65-8139-ED39189FA0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525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A3A55-3C6B-44B0-BE26-BC413D3A1F52}" type="datetimeFigureOut">
              <a:rPr lang="es-MX" smtClean="0"/>
              <a:t>10/12/2014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28572-1B9E-4A65-8139-ED39189FA0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740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73" b="1"/>
          <a:stretch/>
        </p:blipFill>
        <p:spPr>
          <a:xfrm>
            <a:off x="958403" y="283335"/>
            <a:ext cx="3810000" cy="2603946"/>
          </a:xfrm>
          <a:prstGeom prst="rect">
            <a:avLst/>
          </a:prstGeom>
          <a:ln w="38100" cap="sq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Rectángulo redondeado 1"/>
          <p:cNvSpPr/>
          <p:nvPr/>
        </p:nvSpPr>
        <p:spPr>
          <a:xfrm>
            <a:off x="3963473" y="3562215"/>
            <a:ext cx="1609859" cy="373487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Teléfonos</a:t>
            </a:r>
            <a:endParaRPr lang="es-MX" dirty="0"/>
          </a:p>
        </p:txBody>
      </p:sp>
      <p:sp>
        <p:nvSpPr>
          <p:cNvPr id="5" name="Rectángulo redondeado 4"/>
          <p:cNvSpPr/>
          <p:nvPr/>
        </p:nvSpPr>
        <p:spPr>
          <a:xfrm>
            <a:off x="5944673" y="3562215"/>
            <a:ext cx="1609859" cy="37348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Información</a:t>
            </a:r>
            <a:endParaRPr lang="es-MX" dirty="0"/>
          </a:p>
        </p:txBody>
      </p:sp>
      <p:sp>
        <p:nvSpPr>
          <p:cNvPr id="6" name="Rectángulo redondeado 5"/>
          <p:cNvSpPr/>
          <p:nvPr/>
        </p:nvSpPr>
        <p:spPr>
          <a:xfrm>
            <a:off x="7925873" y="3563421"/>
            <a:ext cx="1609859" cy="37348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Contáctanos</a:t>
            </a:r>
            <a:endParaRPr lang="es-MX" dirty="0"/>
          </a:p>
        </p:txBody>
      </p:sp>
      <p:sp>
        <p:nvSpPr>
          <p:cNvPr id="3" name="Rectángulo 2"/>
          <p:cNvSpPr/>
          <p:nvPr/>
        </p:nvSpPr>
        <p:spPr>
          <a:xfrm>
            <a:off x="1635617" y="4095482"/>
            <a:ext cx="2833352" cy="166137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/>
          <p:cNvSpPr txBox="1"/>
          <p:nvPr/>
        </p:nvSpPr>
        <p:spPr>
          <a:xfrm>
            <a:off x="1867437" y="4507606"/>
            <a:ext cx="118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YouTube</a:t>
            </a:r>
            <a:endParaRPr lang="es-MX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592" y="4471385"/>
            <a:ext cx="441773" cy="441773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1867436" y="4983785"/>
            <a:ext cx="1291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Facebook</a:t>
            </a:r>
            <a:endParaRPr lang="es-MX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12" name="Grupo 11"/>
          <p:cNvGrpSpPr/>
          <p:nvPr/>
        </p:nvGrpSpPr>
        <p:grpSpPr>
          <a:xfrm>
            <a:off x="3016428" y="4985547"/>
            <a:ext cx="388178" cy="339735"/>
            <a:chOff x="3102798" y="5020005"/>
            <a:chExt cx="575712" cy="586728"/>
          </a:xfrm>
        </p:grpSpPr>
        <p:sp>
          <p:nvSpPr>
            <p:cNvPr id="11" name="Rectángulo 10"/>
            <p:cNvSpPr/>
            <p:nvPr/>
          </p:nvSpPr>
          <p:spPr>
            <a:xfrm>
              <a:off x="3239123" y="5050036"/>
              <a:ext cx="391885" cy="5430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2798" y="5020005"/>
              <a:ext cx="575712" cy="586728"/>
            </a:xfrm>
            <a:prstGeom prst="rect">
              <a:avLst/>
            </a:prstGeom>
          </p:spPr>
        </p:pic>
      </p:grpSp>
      <p:sp>
        <p:nvSpPr>
          <p:cNvPr id="13" name="Rectángulo redondeado 12"/>
          <p:cNvSpPr/>
          <p:nvPr/>
        </p:nvSpPr>
        <p:spPr>
          <a:xfrm>
            <a:off x="6119610" y="-725774"/>
            <a:ext cx="3826248" cy="3750328"/>
          </a:xfrm>
          <a:prstGeom prst="roundRect">
            <a:avLst/>
          </a:prstGeom>
          <a:gradFill flip="none" rotWithShape="1">
            <a:gsLst>
              <a:gs pos="0">
                <a:schemeClr val="tx1"/>
              </a:gs>
              <a:gs pos="19000">
                <a:schemeClr val="tx1"/>
              </a:gs>
              <a:gs pos="100000">
                <a:schemeClr val="tx1">
                  <a:lumMod val="65000"/>
                  <a:lumOff val="35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/>
          <p:cNvSpPr txBox="1"/>
          <p:nvPr/>
        </p:nvSpPr>
        <p:spPr>
          <a:xfrm>
            <a:off x="6871465" y="1748378"/>
            <a:ext cx="2322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smtClean="0">
                <a:solidFill>
                  <a:schemeClr val="bg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Franklin Gothic Medium Cond" panose="020B0606030402020204" pitchFamily="34" charset="0"/>
              </a:rPr>
              <a:t>Contáctanos</a:t>
            </a:r>
            <a:endParaRPr lang="es-MX" sz="3600" dirty="0">
              <a:solidFill>
                <a:schemeClr val="bg1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  <a:latin typeface="Franklin Gothic Medium Cond" panose="020B0606030402020204" pitchFamily="34" charset="0"/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73" t="22122" r="9122" b="32159"/>
          <a:stretch/>
        </p:blipFill>
        <p:spPr>
          <a:xfrm>
            <a:off x="6871465" y="707805"/>
            <a:ext cx="2257679" cy="50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17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6</Words>
  <Application>Microsoft Office PowerPoint</Application>
  <PresentationFormat>Panorámica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Franklin Gothic Medium Cond</vt:lpstr>
      <vt:lpstr>Trebuchet MS</vt:lpstr>
      <vt:lpstr>Tema de Office</vt:lpstr>
      <vt:lpstr>Presentación de PowerPoint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Viaja</dc:creator>
  <cp:lastModifiedBy>Jorge Zamora</cp:lastModifiedBy>
  <cp:revision>12</cp:revision>
  <dcterms:created xsi:type="dcterms:W3CDTF">2013-12-17T20:26:37Z</dcterms:created>
  <dcterms:modified xsi:type="dcterms:W3CDTF">2014-12-11T01:19:48Z</dcterms:modified>
</cp:coreProperties>
</file>