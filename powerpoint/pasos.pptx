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5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923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593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821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409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71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620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434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616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329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573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232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E081D-58A0-4EFF-9092-456F38C126CF}" type="datetimeFigureOut">
              <a:rPr lang="es-MX" smtClean="0"/>
              <a:t>21/12/2013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0BFA7-5DB0-4939-837E-2A48A86372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440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redondeado 18"/>
          <p:cNvSpPr/>
          <p:nvPr/>
        </p:nvSpPr>
        <p:spPr>
          <a:xfrm>
            <a:off x="-3514359" y="853571"/>
            <a:ext cx="3193960" cy="4353059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redondeado 3"/>
          <p:cNvSpPr/>
          <p:nvPr/>
        </p:nvSpPr>
        <p:spPr>
          <a:xfrm>
            <a:off x="249849" y="850004"/>
            <a:ext cx="3193960" cy="4353059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redondeado 6"/>
          <p:cNvSpPr/>
          <p:nvPr/>
        </p:nvSpPr>
        <p:spPr>
          <a:xfrm>
            <a:off x="4086680" y="850004"/>
            <a:ext cx="3193960" cy="4353059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 redondeado 7"/>
          <p:cNvSpPr/>
          <p:nvPr/>
        </p:nvSpPr>
        <p:spPr>
          <a:xfrm>
            <a:off x="7923511" y="850004"/>
            <a:ext cx="3193960" cy="4353059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/>
          <p:cNvSpPr txBox="1"/>
          <p:nvPr/>
        </p:nvSpPr>
        <p:spPr>
          <a:xfrm>
            <a:off x="334285" y="1150046"/>
            <a:ext cx="3025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Adobe Ming Std L" panose="02020300000000000000" pitchFamily="18" charset="-128"/>
              </a:rPr>
              <a:t>Elije tu diseño</a:t>
            </a:r>
            <a:endParaRPr lang="es-MX" sz="32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  <a:ea typeface="Adobe Ming Std L" panose="02020300000000000000" pitchFamily="18" charset="-12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34285" y="2034863"/>
            <a:ext cx="2993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Selecciona una plantilla de nuestros diseños o bien cuéntanos como quieres que este diseñada tu pagina web.</a:t>
            </a:r>
          </a:p>
        </p:txBody>
      </p:sp>
      <p:sp>
        <p:nvSpPr>
          <p:cNvPr id="11" name="Elipse 10"/>
          <p:cNvSpPr/>
          <p:nvPr/>
        </p:nvSpPr>
        <p:spPr>
          <a:xfrm>
            <a:off x="1621718" y="4442065"/>
            <a:ext cx="607346" cy="60734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2</a:t>
            </a:r>
            <a:endParaRPr lang="es-MX" sz="4400" b="1" dirty="0"/>
          </a:p>
        </p:txBody>
      </p:sp>
      <p:pic>
        <p:nvPicPr>
          <p:cNvPr id="1026" name="Picture 2" descr="https://encrypted-tbn2.gstatic.com/images?q=tbn:ANd9GcT6yciisw39gxg88pmDAzUl7_bpEs-By6BuUijdtsOCUdhl9cUN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88" y="3111842"/>
            <a:ext cx="2678805" cy="117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lipse 12"/>
          <p:cNvSpPr/>
          <p:nvPr/>
        </p:nvSpPr>
        <p:spPr>
          <a:xfrm>
            <a:off x="5379987" y="4442065"/>
            <a:ext cx="607346" cy="60734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 smtClean="0"/>
              <a:t>3</a:t>
            </a:r>
            <a:endParaRPr lang="es-MX" sz="4400" b="1" dirty="0"/>
          </a:p>
        </p:txBody>
      </p:sp>
      <p:sp>
        <p:nvSpPr>
          <p:cNvPr id="14" name="CuadroTexto 13"/>
          <p:cNvSpPr txBox="1"/>
          <p:nvPr/>
        </p:nvSpPr>
        <p:spPr>
          <a:xfrm>
            <a:off x="4236931" y="922307"/>
            <a:ext cx="30250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Adobe Ming Std L" panose="02020300000000000000" pitchFamily="18" charset="-128"/>
              </a:rPr>
              <a:t>Elije tu Dominio</a:t>
            </a:r>
            <a:endParaRPr lang="es-MX" sz="32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  <a:ea typeface="Adobe Ming Std L" panose="02020300000000000000" pitchFamily="18" charset="-128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171116" y="2034863"/>
            <a:ext cx="3025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De acuerdo al nombre de tu empresa puedes crear la dirección de tu pagina.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6927" y="3030101"/>
            <a:ext cx="2053465" cy="134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/>
          <p:cNvSpPr txBox="1"/>
          <p:nvPr/>
        </p:nvSpPr>
        <p:spPr>
          <a:xfrm>
            <a:off x="8007947" y="1000025"/>
            <a:ext cx="3025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Adobe Ming Std L" panose="02020300000000000000" pitchFamily="18" charset="-128"/>
              </a:rPr>
              <a:t>Listo</a:t>
            </a:r>
            <a:endParaRPr lang="es-MX" sz="32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  <a:ea typeface="Adobe Ming Std L" panose="02020300000000000000" pitchFamily="18" charset="-128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9216818" y="4442065"/>
            <a:ext cx="607346" cy="60734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 smtClean="0"/>
              <a:t>4</a:t>
            </a:r>
            <a:endParaRPr lang="es-MX" sz="4400" b="1" dirty="0"/>
          </a:p>
        </p:txBody>
      </p:sp>
      <p:sp>
        <p:nvSpPr>
          <p:cNvPr id="18" name="CuadroTexto 17"/>
          <p:cNvSpPr txBox="1"/>
          <p:nvPr/>
        </p:nvSpPr>
        <p:spPr>
          <a:xfrm>
            <a:off x="8007947" y="1734821"/>
            <a:ext cx="2993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Tu sitio web estará disponible en la red en cualquier momento para que el mundo te conozca mejor y puedas empezar a crecer.</a:t>
            </a:r>
            <a:endParaRPr lang="es-MX" dirty="0" smtClean="0"/>
          </a:p>
        </p:txBody>
      </p:sp>
      <p:sp>
        <p:nvSpPr>
          <p:cNvPr id="20" name="CuadroTexto 19"/>
          <p:cNvSpPr txBox="1"/>
          <p:nvPr/>
        </p:nvSpPr>
        <p:spPr>
          <a:xfrm>
            <a:off x="-3429923" y="1153613"/>
            <a:ext cx="3025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Adobe Ming Std L" panose="02020300000000000000" pitchFamily="18" charset="-128"/>
              </a:rPr>
              <a:t>Contáctanos</a:t>
            </a:r>
            <a:endParaRPr lang="es-MX" sz="32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  <a:ea typeface="Adobe Ming Std L" panose="02020300000000000000" pitchFamily="18" charset="-128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-3429923" y="1920530"/>
            <a:ext cx="2993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Comunícate con nosotros a través de nuestros teléfonos o bien a través de internet.</a:t>
            </a:r>
            <a:endParaRPr lang="es-MX" dirty="0" smtClean="0"/>
          </a:p>
        </p:txBody>
      </p:sp>
      <p:sp>
        <p:nvSpPr>
          <p:cNvPr id="22" name="Elipse 21"/>
          <p:cNvSpPr/>
          <p:nvPr/>
        </p:nvSpPr>
        <p:spPr>
          <a:xfrm>
            <a:off x="-2241727" y="4486504"/>
            <a:ext cx="607346" cy="60734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 smtClean="0"/>
              <a:t>1</a:t>
            </a:r>
            <a:endParaRPr lang="es-MX" sz="4400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497317" y="2958193"/>
            <a:ext cx="1159875" cy="143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98" y="3258087"/>
            <a:ext cx="1116644" cy="11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15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84</Words>
  <Application>Microsoft Office PowerPoint</Application>
  <PresentationFormat>Panorámica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Adobe Ming Std L</vt:lpstr>
      <vt:lpstr>Arial</vt:lpstr>
      <vt:lpstr>Calibri</vt:lpstr>
      <vt:lpstr>Calibri Light</vt:lpstr>
      <vt:lpstr>Trebuchet MS</vt:lpstr>
      <vt:lpstr>Tema de Office</vt:lpstr>
      <vt:lpstr>Presentación de PowerPoint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Viaja</dc:creator>
  <cp:lastModifiedBy>Viaja</cp:lastModifiedBy>
  <cp:revision>8</cp:revision>
  <dcterms:created xsi:type="dcterms:W3CDTF">2013-12-20T23:02:03Z</dcterms:created>
  <dcterms:modified xsi:type="dcterms:W3CDTF">2013-12-21T19:21:54Z</dcterms:modified>
</cp:coreProperties>
</file>