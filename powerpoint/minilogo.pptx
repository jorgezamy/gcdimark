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268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974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206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1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176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003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67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140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12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964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960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5B7A8-B7F1-46D9-AF9F-9A34DEE1B4F6}" type="datetimeFigureOut">
              <a:rPr lang="es-MX" smtClean="0"/>
              <a:t>12/12/2013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9F0D3-1C1D-447D-A320-CD9F7CBB42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2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63" r="6422" b="64592"/>
          <a:stretch/>
        </p:blipFill>
        <p:spPr>
          <a:xfrm>
            <a:off x="4851414" y="2672368"/>
            <a:ext cx="2393781" cy="21947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804" y="2602082"/>
            <a:ext cx="2298391" cy="21947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309" y="2923454"/>
            <a:ext cx="1664352" cy="17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81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Viaja</dc:creator>
  <cp:lastModifiedBy>Viaja</cp:lastModifiedBy>
  <cp:revision>2</cp:revision>
  <dcterms:created xsi:type="dcterms:W3CDTF">2013-12-12T23:09:45Z</dcterms:created>
  <dcterms:modified xsi:type="dcterms:W3CDTF">2013-12-12T23:11:10Z</dcterms:modified>
</cp:coreProperties>
</file>